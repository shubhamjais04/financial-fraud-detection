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3657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Fraud Detection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Machine Learning Pipeline for Real-Time Fraud Detection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Jaiswal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  •  Amdox Technologies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3931920"/>
            <a:ext cx="192024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005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284K+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3931920"/>
            <a:ext cx="192024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4005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931920"/>
            <a:ext cx="192024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005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99.90%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3931920"/>
            <a:ext cx="192024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4005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0.9829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causes billions in losses annually. This project delivers a production-ready, end-to-end machine learning system that automatically detects fraudulent transactions using the real-world Credit Card Fraud Detection dataset — 284,807 transactions with advanced ML techniques and a 5-page interactive Streamlit dashboard.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828800"/>
            <a:ext cx="406908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828800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Pipeline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3042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284,807 real transactions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+ SMOTE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406908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828800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5 ML Models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23042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XGBoost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(anomaly)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3337560"/>
            <a:ext cx="406908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337560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29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Model Evaluation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381304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Curve Comparison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Analysis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3337560"/>
            <a:ext cx="406908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3337560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429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Live 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81304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Streamlit App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Fraud Risk Scoring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Streamlit Cloud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284,807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72968" y="914400"/>
            <a:ext cx="27432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72968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172968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17336" y="914400"/>
            <a:ext cx="27432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17336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17336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103120"/>
            <a:ext cx="27432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" y="2670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72968" y="2103120"/>
            <a:ext cx="27432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72968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V1–V28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172968" y="2670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Components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17336" y="2103120"/>
            <a:ext cx="27432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17336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17336" y="2670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Year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379476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highly imbalanced — only 0.17% fraud cases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transactions have significantly higher amounts on average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components V14, V12, V10 show strongest fraud correlation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feature reveals distinct fraud patterns across hours of the day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 &amp; Feature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11680" cy="3200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18872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5272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Amount_log (log transform)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from Time column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High_Amount flag (top 10%)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04872" y="1005840"/>
            <a:ext cx="20116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44952" y="118872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125272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96312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96312" y="2606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data leakage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81144" y="1005840"/>
            <a:ext cx="2011680" cy="3200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1224" y="118872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1224" y="125272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72584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72584" y="2606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both sets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57416" y="1005840"/>
            <a:ext cx="20116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97496" y="118872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7496" y="125272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48856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Balancing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48856" y="2606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 train set only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strategy: 0.5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fraud minority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40280" y="260604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16552" y="260604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92824" y="260604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1005840" cy="256032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model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iterations: 1000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interpretable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960120"/>
            <a:ext cx="2743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1097280"/>
            <a:ext cx="1005840" cy="256032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64408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64408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classifier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depth: 10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explainability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7336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9601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8776" y="1097280"/>
            <a:ext cx="1005840" cy="256032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08776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08776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estimators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 weights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 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88036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1005840" cy="25603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17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estimators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scale_pos_weight: 50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72968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72968" y="2880360"/>
            <a:ext cx="27432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64408" y="3017520"/>
            <a:ext cx="1005840" cy="256032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3017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64408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64408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Contamination: 0.002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needed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10312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60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960120"/>
            <a:ext cx="169164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9601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960120"/>
            <a:ext cx="169164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9601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960120"/>
            <a:ext cx="150876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9601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Precision*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960120"/>
            <a:ext cx="150876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9601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Recall*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141732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1417320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1417320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0.9720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141732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14173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06640" y="141732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14173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1984248"/>
            <a:ext cx="21031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9842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77440" y="1984248"/>
            <a:ext cx="16916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19842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99.33%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0" y="1984248"/>
            <a:ext cx="16916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19842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0.8921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52160" y="1984248"/>
            <a:ext cx="150876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9842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06640" y="1984248"/>
            <a:ext cx="150876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19842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~0.78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8600" y="2551176"/>
            <a:ext cx="210312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5511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⭐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377440" y="2551176"/>
            <a:ext cx="169164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23160" y="255117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99.90%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14800" y="2551176"/>
            <a:ext cx="169164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255117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0.9829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852160" y="2551176"/>
            <a:ext cx="150876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255117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~0.97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06640" y="2551176"/>
            <a:ext cx="150876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52360" y="255117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28600" y="3118104"/>
            <a:ext cx="21031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1181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377440" y="3118104"/>
            <a:ext cx="16916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23160" y="3118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98.91%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14800" y="3118104"/>
            <a:ext cx="16916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60520" y="31181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0.9825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52160" y="3118104"/>
            <a:ext cx="150876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97880" y="311810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06640" y="3118104"/>
            <a:ext cx="150876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52360" y="311810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28600" y="3685032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685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377440" y="3685032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23160" y="36850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99.83%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114800" y="3685032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60520" y="36850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0.9079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852160" y="3685032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97880" y="36850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~0.91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406640" y="3685032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52360" y="36850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~0.70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28600" y="46177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Approximate values based on classification report output at 0.5 threshold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Top Features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13716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80160" y="1417320"/>
            <a:ext cx="329184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417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7922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80160" y="1837944"/>
            <a:ext cx="2586446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2326" y="183794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22128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Amount_log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80160" y="2258568"/>
            <a:ext cx="235131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7194" y="22585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" y="26334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80160" y="2679192"/>
            <a:ext cx="2116183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2063" y="26791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" y="30540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80160" y="3099816"/>
            <a:ext cx="1881051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6931" y="3099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" y="34747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3520440"/>
            <a:ext cx="16459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3520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" y="38953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280160" y="3941064"/>
            <a:ext cx="1410789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36669" y="39410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" y="43159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High_Amount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280160" y="4361688"/>
            <a:ext cx="1175657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01537" y="43616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Top Features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13716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52160" y="1417320"/>
            <a:ext cx="329184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89720" y="1417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17922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52160" y="1837944"/>
            <a:ext cx="237744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5320" y="183794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22128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52160" y="2258568"/>
            <a:ext cx="201168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22585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26334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Amount_log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52160" y="2679192"/>
            <a:ext cx="164592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43800" y="26791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30540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852160" y="3099816"/>
            <a:ext cx="146304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60920" y="3099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00600" y="34747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V17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852160" y="3520440"/>
            <a:ext cx="12801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78040" y="3520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00600" y="38953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V11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852160" y="3941064"/>
            <a:ext cx="109728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95160" y="39410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00600" y="43159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852160" y="4361688"/>
            <a:ext cx="91440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12280" y="43616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17720" y="914400"/>
            <a:ext cx="0" cy="3931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8600" y="4663440"/>
            <a:ext cx="868680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V14 is the strongest fraud predictor in both models, consistent with its high negative correlation to the fraud class.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Streamlit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live dashboard deployed on Streamlit Cloud — fraud-detection-amdox.streamlit.app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86868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25880"/>
            <a:ext cx="50292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258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6733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KPIs — transactions, fraud count, fraud rate, avg amount. Donut chart + Risk Level distribution bar chart.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075688"/>
            <a:ext cx="86868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075688"/>
            <a:ext cx="50292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07568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1214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Fraud Patterns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4231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distribution, hourly patterns, PCA feature boxplots (V14, V12, V10, V4), High Amount vs fraud analysis.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825496"/>
            <a:ext cx="86868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825496"/>
            <a:ext cx="50292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82549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871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1729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table, Accuracy &amp; AUC bar charts, ROC Curve comparison, Feature Importance charts.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575304"/>
            <a:ext cx="86868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575304"/>
            <a:ext cx="50292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57530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6210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92277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V1-V28 + Amount + Hour via sliders. Real-time fraud probability gauge meter with risk level scoring.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4325112"/>
            <a:ext cx="86868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325112"/>
            <a:ext cx="50292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3251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4370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Table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6725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records by fraud label, risk level, and amount range. Color-coded fraud rows for easy identification.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5486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69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Environment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 (venv)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2968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960120"/>
            <a:ext cx="2743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069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64408" y="1463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imbalanced-learn (SMOTE)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17336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17336" y="9601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776" y="1069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08776" y="1463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80360"/>
            <a:ext cx="2743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900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72968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288036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29900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Storage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64408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(.pkl)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Version Control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17336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17336" y="2880360"/>
            <a:ext cx="27432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29900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08776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Precision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/ F1-Score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Curve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Structure &amp; Deliverables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420624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Financial-Fraud-Detection/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              ← gitignored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notebooks/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Financial_Fraud_Detection.ipynb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models/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best_model.pkl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scaler.pkl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exports/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notebook_charts/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screenshots/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dashboard/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app.py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requirements.txt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.gitignore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Completed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3502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335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1316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— Full EDA + ML Pipeline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68249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82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 Models trained and compared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0299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(RF + XGBoost)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377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 as best_model.pkl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72491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724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27066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fraud_predictions.csv exported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07238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072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3054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Streamlit Dashboard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41985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419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3401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 on Streamlit Cloud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76732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README with badges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41148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114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4096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(public)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446227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4462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4443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Learnings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86868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01498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30759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must be applied only on training data to avoid data leakage. Applying on full dataset before split is a common mistake that inflates metrics artificially.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764792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562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1819656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over Accuracy in Fraud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112264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fraud detection, missing a fraudulent transaction (false negative) is far more costly than a false alarm. Recall and ROC-AUC matter more than raw accuracy.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569464"/>
            <a:ext cx="86868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609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262432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Impact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916936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Log-transforming Amount and extracting Hour from Time significantly improved model signal. Simple feature engineering can be more impactful than complex models.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374136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655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34290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Deployment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72160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deploying a full ML pipeline — from raw data to live Streamlit app — requires careful handling of file paths, model serialization, and cloud constraints.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4178808"/>
            <a:ext cx="86868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2702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423367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Quality Matters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526280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synthetic dataset produced poor results (AUC ~0.67). Switching to the real Credit Card Fraud dataset immediately pushed AUC to 0.98+ — data quality over quantity.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371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Jaiswal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50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  •  Amdox Technologies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Live Demo 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fraud-detection-amdox.streamlit.app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GitHub 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3566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github.com/shubhamjais04/Financial-Fraud-Detection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LinkedIn 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4114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linkedin.com/in/shubhjais04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645920"/>
            <a:ext cx="2468880" cy="3200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2606040"/>
            <a:ext cx="210312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697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99.90%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3520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0.9829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ROC-AUC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284,807 transactions analyzed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Fraud Detection System</dc:title>
  <dc:subject>PptxGenJS Presentation</dc:subject>
  <dc:creator>Shubham Jaiswal</dc:creator>
  <cp:lastModifiedBy>Shubham Jaiswal</cp:lastModifiedBy>
  <cp:revision>1</cp:revision>
  <dcterms:created xsi:type="dcterms:W3CDTF">2026-05-30T04:44:42Z</dcterms:created>
  <dcterms:modified xsi:type="dcterms:W3CDTF">2026-05-30T04:44:42Z</dcterms:modified>
</cp:coreProperties>
</file>